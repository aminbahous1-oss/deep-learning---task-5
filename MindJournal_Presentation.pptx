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926080"/>
          </a:xfrm>
          <a:prstGeom prst="rect">
            <a:avLst/>
          </a:prstGeom>
          <a:solidFill>
            <a:srgbClr val="1F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🧠 MindJournal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DE9FE"/>
                </a:solidFill>
              </a:rPr>
              <a:t>A Smart Mental Health Journal powered by Cognitive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DE9FE"/>
                </a:solidFill>
              </a:rPr>
              <a:t>TIES4911 – Lecture 8  |  University of Jyväskylä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E9FE"/>
                </a:solidFill>
              </a:rPr>
              <a:t>Why do we need a smart journal?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1F154B"/>
                </a:solidFill>
              </a:rPr>
              <a:t>•  1 in 4 people struggle to recognize and track their own emotional patterns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1F154B"/>
                </a:solidFill>
              </a:rPr>
              <a:t>•  Traditional journaling gives no feedback or actionable insights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1F154B"/>
                </a:solidFill>
              </a:rPr>
              <a:t>•  Mental health check-ins are often skipped — they feel tedious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1F154B"/>
                </a:solidFill>
              </a:rPr>
              <a:t>•  People lack tools that bridge self-reflection and data-driven awareness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</a:rPr>
              <a:t>Goal: Make emotional self-awareness effortless and data-driven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is MindJournal?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E9FE"/>
                </a:solidFill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154B"/>
                </a:solidFill>
              </a:rPr>
              <a:t>A web-based smart journal that: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Lets you speak or type how you feel — no friction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Analyzes your emotions from both your text and your face (webcam)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Tracks your mood over time with interactive visual charts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Requires zero mental health expertise to use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Works instantly — no sign-up, runs in your 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Cognitive Services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E9FE"/>
                </a:solidFill>
              </a:rPr>
              <a:t>Multi-provider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IBM Watson NLU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Emotion + Sentiment
from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63040"/>
            <a:ext cx="2651760" cy="2286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54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Web Speech API
(Browser)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Voice-to-text
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651760" cy="22860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face-api.js
(Open Source 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Real-time webcam
emotion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63040"/>
            <a:ext cx="2651760" cy="22860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Chart.js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4231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Mood trend
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Providers: IBM  ·  Browser Native API  ·  Open Source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E9FE"/>
                </a:solidFill>
              </a:rPr>
              <a:t>How it all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219456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6974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User
Speaks /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2194560" cy="1005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Speech API
(Browser)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474720"/>
            <a:ext cx="2194560" cy="1005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36118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Webcam
(face-api.js)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828800"/>
            <a:ext cx="2194560" cy="1005840"/>
          </a:xfrm>
          <a:prstGeom prst="rect">
            <a:avLst/>
          </a:prstGeom>
          <a:solidFill>
            <a:srgbClr val="1F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Flask
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474720"/>
            <a:ext cx="219456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6118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IBM Watson
NLU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828800"/>
            <a:ext cx="2194560" cy="100584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9659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154B"/>
                </a:solidFill>
              </a:rPr>
              <a:t>localStorage
+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46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User → Speech API &amp; Webcam  →  Flask Backend &amp; IBM Watson  →  localStorage  →  Dashboard 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Feature 1 — Journal Entry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E9FE"/>
                </a:solidFill>
              </a:rPr>
              <a:t>app: http://localhost:5000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846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Journal Entry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5120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How are you feeling today?...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24688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🎤 Start Recording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931920"/>
            <a:ext cx="24688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397763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📸 Capture Mood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51206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Analyze Entry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80"/>
            <a:ext cx="5120640" cy="73152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2400E"/>
                </a:solidFill>
              </a:rPr>
              <a:t>⚠️  Using demo data — add Watson API key for real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5394960" cy="4846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Webcam Feed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965960"/>
            <a:ext cx="5212080" cy="2103120"/>
          </a:xfrm>
          <a:prstGeom prst="rect">
            <a:avLst/>
          </a:prstGeom>
          <a:solidFill>
            <a:srgbClr val="1F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[ live webcam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60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Face Emotion: 😊 Joy  (82%)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54B"/>
                </a:solidFill>
              </a:rPr>
              <a:t>Joy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4709159"/>
            <a:ext cx="2400300" cy="20116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5540" y="4663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98347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54B"/>
                </a:solidFill>
              </a:rPr>
              <a:t>Sadness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5029199"/>
            <a:ext cx="320040" cy="2011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49834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035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54B"/>
                </a:solidFill>
              </a:rPr>
              <a:t>Anger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5349240"/>
            <a:ext cx="160020" cy="2011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5260" y="5303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623559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54B"/>
                </a:solidFill>
              </a:rPr>
              <a:t>Fear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5669279"/>
            <a:ext cx="192024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27264" y="56235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6%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Feature 2 — Mood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E9FE"/>
                </a:solidFill>
              </a:rPr>
              <a:t>app: http://localhost:5000/dashboard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Total Entries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63040"/>
            <a:ext cx="2651760" cy="100584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154B"/>
                </a:solidFill>
              </a:rPr>
              <a:t>68%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54B"/>
                </a:solidFill>
              </a:rPr>
              <a:t>Avg Joy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651760" cy="1005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Avg Sadness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63040"/>
            <a:ext cx="2651760" cy="1005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08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😊 Joy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Top Mood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486400" cy="3200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📈 Emotion Trends (last 14 entries)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[ Line Chart: Joy / Sadness / Anger / Fear / Disgust over time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651760"/>
            <a:ext cx="5394960" cy="32004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📊 Average Emotion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[ Bar Chart: average values across all entries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Possible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DE9FE"/>
                </a:solidFill>
              </a:rPr>
              <a:t>Where MindJournal could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AWS Comprehend — deeper sentiment analysis and entity detection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Azure Translator — multi-language journal support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User accounts with cloud storage (Firebase / Supabase)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Daily reminder notifications via email or push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Therapist sharing mode — export mood reports as PDF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Mobile app version (React Native)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F154B"/>
                </a:solidFill>
              </a:rPr>
              <a:t>•  Integration with wearables (heart rate + mood correlation)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✅  Built a fully working Smart Mental Health Journal prototype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✅  Combined 3 cognitive service sources (IBM Watson, Browser API, face-api.js)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✅  Works immediately with demo mode — real analysis enabled by one API key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✅  Demonstrates real-world value in the Healthcare / Wellness domain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✅  Extensible to AWS, Azure, and mobile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DE9FE"/>
                </a:solidFill>
              </a:rPr>
              <a:t>TIES4911 – University of Jyväskylä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